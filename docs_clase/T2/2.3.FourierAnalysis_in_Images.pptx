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1576" r:id="rId2"/>
    <p:sldId id="1577" r:id="rId3"/>
    <p:sldId id="1578" r:id="rId4"/>
    <p:sldId id="157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64007" autoAdjust="0"/>
  </p:normalViewPr>
  <p:slideViewPr>
    <p:cSldViewPr snapToGrid="0">
      <p:cViewPr varScale="1">
        <p:scale>
          <a:sx n="95" d="100"/>
          <a:sy n="95" d="100"/>
        </p:scale>
        <p:origin x="49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6AE39-D5D4-4BDD-8B6F-3714A47C6234}" type="datetimeFigureOut">
              <a:rPr lang="es-ES" smtClean="0"/>
              <a:t>31/10/2025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309FD-8E7F-4959-942E-6E84D8E208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28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https://courses.grainger.illinois.edu/cs445/fa2019/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52F1F6-DC5D-4F1C-B5F7-1014541A27E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202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https://courses.grainger.illinois.edu/cs445/fa2019/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309FD-8E7F-4959-942E-6E84D8E2088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0355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https://courses.grainger.illinois.edu/cs445/fa2019/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309FD-8E7F-4959-942E-6E84D8E2088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4834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https://courses.grainger.illinois.edu/cs445/fa2019/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309FD-8E7F-4959-942E-6E84D8E2088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80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3632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55975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D43A5EAE-88F3-44FF-B738-B7D963DC34E6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EAF9F243-56F0-47D5-B642-C86D5AF578D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11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144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1355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3858C3D-8872-46B1-A0A8-15C6BE28C1F7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D67BD328-3278-48A8-A58E-4A578C3D756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0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D3910D2-8B33-424F-9BE7-C0C3EB7CB296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D7257C9-8B07-4EFC-BDC0-206AFEB44C9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0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E808D00E-04F7-4BA8-8CD2-C020C224E26C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B081B51-625A-4C01-86B0-AA2F1C078C2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82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981A321C-737C-426F-B6D0-381F6D030390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9963008B-C8A3-4B9F-A5C6-C20A0FBFF76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6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FF05161-3B67-4E90-9C0E-E57D4B63E996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9EB82B40-C848-4473-87A9-AF439C9D373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6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C056074-CC6C-4C32-8BF2-362E8E0F7359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D6C56FA-1B68-486B-9C11-D59490C3825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9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2960CE5-E0F7-4218-BFB2-612C6B5F06A3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53950E1-9DA4-462A-9FA3-CC97D04A60F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A484459-0105-49FB-A36F-397134765B2B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773B0F4-29BD-459B-A8B7-0BFF73E646E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4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102918C-4414-4511-AFFA-6E16D576E290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19E8A94-6469-46F3-9CA6-DED99AC4FC1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7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A2E332B-EBD5-49E3-9029-6C721D8594D8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4609392-1722-48D3-8C27-CFDCDFD81EC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14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F59B306-7881-4D47-BB6D-0F66B0A8293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29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10363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914400"/>
            <a:ext cx="508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08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69B44-1AC8-41C4-A103-515B4A29B5F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72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15787DD9-5D70-4CA9-B24A-FF7FF44DE34D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AA44237D-5AFD-4315-9C82-3AD81365BCB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3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400" dirty="0"/>
              <a:t>Fourier </a:t>
            </a:r>
            <a:r>
              <a:rPr lang="es-ES" sz="4400" dirty="0" err="1"/>
              <a:t>Analysis</a:t>
            </a:r>
            <a:r>
              <a:rPr lang="es-ES" sz="4400" dirty="0"/>
              <a:t> in </a:t>
            </a:r>
            <a:r>
              <a:rPr lang="es-ES" sz="4400" dirty="0" err="1"/>
              <a:t>Images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6D4191-0A77-6B4F-A3BE-87509390B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89000"/>
            <a:ext cx="9144000" cy="5080000"/>
          </a:xfrm>
          <a:prstGeom prst="rect">
            <a:avLst/>
          </a:prstGeom>
        </p:spPr>
      </p:pic>
      <p:sp>
        <p:nvSpPr>
          <p:cNvPr id="2" name="TextBox 13">
            <a:extLst>
              <a:ext uri="{FF2B5EF4-FFF2-40B4-BE49-F238E27FC236}">
                <a16:creationId xmlns:a16="http://schemas.microsoft.com/office/drawing/2014/main" id="{A21CD4D5-803C-A5BB-303C-A21A8FAF070A}"/>
              </a:ext>
            </a:extLst>
          </p:cNvPr>
          <p:cNvSpPr txBox="1"/>
          <p:nvPr/>
        </p:nvSpPr>
        <p:spPr>
          <a:xfrm>
            <a:off x="10416480" y="6489340"/>
            <a:ext cx="17283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Slide: Derek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Hoiem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997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400" dirty="0"/>
              <a:t>Fourier </a:t>
            </a:r>
            <a:r>
              <a:rPr lang="es-ES" sz="4400" dirty="0" err="1"/>
              <a:t>Analysis</a:t>
            </a:r>
            <a:r>
              <a:rPr lang="es-ES" sz="4400" dirty="0"/>
              <a:t> in </a:t>
            </a:r>
            <a:r>
              <a:rPr lang="es-ES" sz="4400" dirty="0" err="1"/>
              <a:t>Images</a:t>
            </a:r>
            <a:endParaRPr lang="en-US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F088F-A7E9-A540-ABD9-4F708EEDD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89000"/>
            <a:ext cx="9144000" cy="5080000"/>
          </a:xfrm>
          <a:prstGeom prst="rect">
            <a:avLst/>
          </a:prstGeom>
        </p:spPr>
      </p:pic>
      <p:sp>
        <p:nvSpPr>
          <p:cNvPr id="2" name="TextBox 13">
            <a:extLst>
              <a:ext uri="{FF2B5EF4-FFF2-40B4-BE49-F238E27FC236}">
                <a16:creationId xmlns:a16="http://schemas.microsoft.com/office/drawing/2014/main" id="{F0AD541D-A33D-59BB-5802-32C7306D60E8}"/>
              </a:ext>
            </a:extLst>
          </p:cNvPr>
          <p:cNvSpPr txBox="1"/>
          <p:nvPr/>
        </p:nvSpPr>
        <p:spPr>
          <a:xfrm>
            <a:off x="10416480" y="6489340"/>
            <a:ext cx="17283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Slide: Derek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Hoiem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38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400" dirty="0"/>
              <a:t>Fourier </a:t>
            </a:r>
            <a:r>
              <a:rPr lang="es-ES" sz="4400" dirty="0" err="1"/>
              <a:t>Analysis</a:t>
            </a:r>
            <a:r>
              <a:rPr lang="es-ES" sz="4400" dirty="0"/>
              <a:t> in </a:t>
            </a:r>
            <a:r>
              <a:rPr lang="es-ES" sz="4400" dirty="0" err="1"/>
              <a:t>Images</a:t>
            </a:r>
            <a:endParaRPr lang="en-US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0D429-831C-4944-BC26-D5FE5E387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89000"/>
            <a:ext cx="9144000" cy="5080000"/>
          </a:xfrm>
          <a:prstGeom prst="rect">
            <a:avLst/>
          </a:prstGeom>
        </p:spPr>
      </p:pic>
      <p:sp>
        <p:nvSpPr>
          <p:cNvPr id="2" name="TextBox 13">
            <a:extLst>
              <a:ext uri="{FF2B5EF4-FFF2-40B4-BE49-F238E27FC236}">
                <a16:creationId xmlns:a16="http://schemas.microsoft.com/office/drawing/2014/main" id="{6A51A69F-1583-7BD9-0ED8-A9349884287B}"/>
              </a:ext>
            </a:extLst>
          </p:cNvPr>
          <p:cNvSpPr txBox="1"/>
          <p:nvPr/>
        </p:nvSpPr>
        <p:spPr>
          <a:xfrm>
            <a:off x="10416480" y="6489340"/>
            <a:ext cx="17283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Slide: Derek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Hoiem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14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400" dirty="0"/>
              <a:t>Fourier </a:t>
            </a:r>
            <a:r>
              <a:rPr lang="es-ES" sz="4400" dirty="0" err="1"/>
              <a:t>Analysis</a:t>
            </a:r>
            <a:r>
              <a:rPr lang="es-ES" sz="4400" dirty="0"/>
              <a:t> in </a:t>
            </a:r>
            <a:r>
              <a:rPr lang="es-ES" sz="4400" dirty="0" err="1"/>
              <a:t>Images</a:t>
            </a:r>
            <a:endParaRPr lang="en-US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D37A5-6542-CD4A-B186-165917F22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89000"/>
            <a:ext cx="9144000" cy="5080000"/>
          </a:xfrm>
          <a:prstGeom prst="rect">
            <a:avLst/>
          </a:prstGeom>
        </p:spPr>
      </p:pic>
      <p:sp>
        <p:nvSpPr>
          <p:cNvPr id="2" name="TextBox 13">
            <a:extLst>
              <a:ext uri="{FF2B5EF4-FFF2-40B4-BE49-F238E27FC236}">
                <a16:creationId xmlns:a16="http://schemas.microsoft.com/office/drawing/2014/main" id="{C6DF0DFE-E53C-C33D-595A-0E3F71576D57}"/>
              </a:ext>
            </a:extLst>
          </p:cNvPr>
          <p:cNvSpPr txBox="1"/>
          <p:nvPr/>
        </p:nvSpPr>
        <p:spPr>
          <a:xfrm>
            <a:off x="10416480" y="6489340"/>
            <a:ext cx="17283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Slide: Derek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Hoiem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767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</Words>
  <Application>Microsoft Office PowerPoint</Application>
  <PresentationFormat>Panorámica</PresentationFormat>
  <Paragraphs>16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1_Office Theme</vt:lpstr>
      <vt:lpstr>Fourier Analysis in Images</vt:lpstr>
      <vt:lpstr>Fourier Analysis in Images</vt:lpstr>
      <vt:lpstr>Fourier Analysis in Images</vt:lpstr>
      <vt:lpstr>Fourier Analysis in Images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MESEJO SANTIAGO</dc:creator>
  <cp:lastModifiedBy>PABLO MESEJO SANTIAGO</cp:lastModifiedBy>
  <cp:revision>2</cp:revision>
  <dcterms:created xsi:type="dcterms:W3CDTF">2025-10-31T08:23:59Z</dcterms:created>
  <dcterms:modified xsi:type="dcterms:W3CDTF">2025-10-31T08:34:22Z</dcterms:modified>
</cp:coreProperties>
</file>